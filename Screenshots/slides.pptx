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· Serverless Applications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 Workflow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built two ways — and what that taught 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7033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D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orchestration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361188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37033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+ Service Bus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D5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low-code orchestration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Divyang Lodariya   · 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Workflow: Expense Approval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business rules power both versions.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pPr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present + a valid category, or it's rejected.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 </a:t>
            </a:r>
            <a:pPr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$100 is approved automatically — no manager.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826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 </a:t>
            </a:r>
            <a:pPr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or more waits for a manager's decision.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→ escalate  </a:t>
            </a:r>
            <a:pPr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reply in time → auto-approved, flagged escalated.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651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 </a:t>
            </a:r>
            <a:pPr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is emailed the final outcome.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0" y="1600200"/>
            <a:ext cx="4023360" cy="4206240"/>
          </a:xfrm>
          <a:prstGeom prst="roundRect">
            <a:avLst>
              <a:gd name="adj" fmla="val 204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outcomes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63840" y="233172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532888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3317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63840" y="329184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544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493008"/>
            <a:ext cx="310896" cy="310896"/>
          </a:xfrm>
          <a:prstGeom prst="ellipse">
            <a:avLst/>
          </a:prstGeom>
          <a:solidFill>
            <a:srgbClr val="B5443B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32918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63840" y="425196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4453128"/>
            <a:ext cx="310896" cy="310896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251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Durable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orchestration in Python (the human-interaction pattern, native).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/submit-expense  (client)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79192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decides next step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278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9242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process activities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056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Wait: manager event OR durable timer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542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8188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Notify: approved / rejected / escalated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0" y="20116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2057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human-interaction
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wait_for_external_event raced with create_timer — one line handles approve / reject / timeout.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0" y="342900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347472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orchestrator
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decides flow; all real work sits in activities, so replay stays safe.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0" y="484632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489204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locally
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all six scenarios against Azurite with a .http file — no cloud needed.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Logic Apps + Service Bus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orchestration; the manager wait is faked with an approval email + timeout.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queue: expense-requests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79192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parses + calls Validate Fn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278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9242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reject / auto / approval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056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expense-outcomes (property=outcome)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542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8188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filtered subs + email employee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0" y="20116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2057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wait → workaround
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'Send approval email' pauses the run; a PT2M timeout + run-after gives escalation.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0" y="342900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347472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subscriptions
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property 'outcome' routes each result to approved / rejected / escalated subs.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0" y="484632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489204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a Function
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Logic App focused on orchestration — a fair match to Version 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 — from actually building both.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7560" y="176479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17647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219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 up, A is quick; B is click-heavy with silent traps.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23760" y="176479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7647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22219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runs &amp; unit-tests locally; B is cloud-only, hard to automate.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16002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09960" y="176479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1109960" y="17647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13648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13648" y="22219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auto retries + replay. B: run-after wiring, easy to slip.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363931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6393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0965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native event + timer. B: approval-email workaround.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34747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363931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36393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27448" y="40965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B's visual run history is the best debugging experience.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12480" y="34747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109960" y="363931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11109960" y="36393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1364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13648" y="40965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stays near-free; B bills per action and grows fast.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 (Azure Pricing Calculator rates; assumptions in README).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/ 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– 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595360" y="1920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near-free vs. Service Bus base + 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97280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/ day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– 15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548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 – 300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95360" y="4069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bills per action — it dominates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 is dramatically cheaper — and the gap widens with volume.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production, I'd ship Version A — but B has its place.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7F3F5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Durable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Human-interaction + timeout is native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locally, real unit tests possible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cheaper at scale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workflow lives in source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E7EFF6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4592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Logic Apps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isn't developer-heavy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gluing SaaS systems together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email / approval connectors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visual run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code-first for scale, correctness &amp; cost; visual for low-code teams &amp; rich integrations.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me building both.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645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645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fails quietly   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never threw errors — it just did the wrong thing (boolean 'True' vs 'true', base64 content). You debug by reading run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2788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788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features matter   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'Wait for a human with a timeout' is trivial in Durable Functions and a multi-step workaround in Logic Apps.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25880" y="3931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931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vs testability   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easiest to watch run; A is easiest to test before it runs. Different strengths.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5074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7B3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5074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tracks the model   </a:t>
            </a:r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billing makes visual workflows expensive at volume — architecture is a cost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8368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both versions running end-to-end.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Divyang Lodariya  ·  CST8917 Serverless Applications  ·  Assignment 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2026-08-02T14:45:29Z</dcterms:created>
  <dcterms:modified xsi:type="dcterms:W3CDTF">2026-08-02T14:45:29Z</dcterms:modified>
</cp:coreProperties>
</file>